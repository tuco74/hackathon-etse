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Gancho de 20 segundos: es un juego de subastas de trasteros, estilo Storage Wars, jugable en el navegador, 2 a 5 personas, 20 rondas, y todo el estado lo decide el servidor. La propuesta central: información imperfecta y decisiones rápidas. Enseñar la imagen: solo siluetas.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números para situar: 2 a 5 jugadores, 20 rondas, 1.000 euros y 22 objetos. El corazón del juego es la información imperfecta: las siluetas son idénticas para todos y no revelan valor. Y el ritmo: la subasta se resuelve en segundos, no hay turnos.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el bucle sin entrar en detalle: sala, apertura, subasta, revelado, ruleta en tres momentos y ranking. Insistir en que es en tiempo real y sin turnos: la ronda dura lo que dura el temporizador.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se ve el diseño anti-snipe: 12 segundos por puja y hasta 3 prórrogas de 3 segundos. Importante: la prórroga no puede ser infinita; tras la tercera el lote cierra sí o sí. Enseñar la tarjeta de la derecha como mockup de la UI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corazón del juego: la vista previa es deliberadamente ambigua y las parejas trampa comparten silueta con diferencias de 10x en valor. Al revelar se muestran nombre, valor y la cuenta final. Y esto se puede enseñar sin miedo: los valores no están en el bundle del cliente; hay un escáner que lo comprueba en 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ruleta no es solo azar decorativo: está pensada para que quien va último tenga una vía de remontada, pero cuesta dinero real de la partida. El detalle técnico que nos gusta contar: commit-reveal. Publicamos el hash de la semilla antes de las apuestas y, al girar, la semilla; el resultado es FNV1a(seed) % 37, así que el servidor no puede cambiar el número después de ver las apuestas.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TypeScript en todo el producto: unas 9.600 líneas en 61 ficheros. Python para el pipeline de arte, unas 2.200 líneas: los sprites, la paleta de 46 colores, la fuente bitmap con ñ y acentos y los efectos de sonido se generan por código. JavaScript solo en el simulador y las herramientas. Y Docker + Caddy para desplegar con TLS automático.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la demo: arrancar el servidor, abrir dos pestañas, mismo código de sala, listos y empezar. Si falla la red o no hay servidor, el cliente tiene modo mock para enseñar la UI igual. Y el despliegue es un docker compose con Caddy y TLS automático.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el proyecto no es solo una demo bonita; es un juego completo con reglas auditables y una ingeniería que se puede explicar. Terminar invitando al jurado a jugar una ronda.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14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B942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A90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TRASTERO WARS  ·  HACKATHON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645566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0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6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HACKATHON  ·  PRESENTACIÓN DEL PROYECTO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3504" y="141732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2E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TRASTERO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03504" y="224028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WARS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3310128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Subastas de trasteros en tiempo real.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 jugadores, 20 rondas y una ruleta para remontar.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434340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262031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36168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6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TypeScript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965960" y="4343400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262031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65960" y="436168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6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Phaser 3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434340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262031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436168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6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+ ws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17720" y="434340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262031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436168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6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Pixel art 480×270</a:t>
            </a:r>
            <a:endParaRPr lang="en-US" sz="950" dirty="0"/>
          </a:p>
        </p:txBody>
      </p:sp>
      <p:pic>
        <p:nvPicPr>
          <p:cNvPr id="16" name="Image 0" descr="/tmp/opencode/assetroot/assets/src/preview_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417320"/>
            <a:ext cx="5303520" cy="298094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355080" y="4498848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previa: solo siluetas y pistas ambiguas. El valor se descubre al revelar.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355080" y="507492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“Un Storage Wars de navegador: cinco desconocidos,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trastero y doce segundos para decidir.”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A90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TRASTERO WARS  ·  HACKATHON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645566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0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2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JUEGO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65836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E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Subastas a ciegas, decisiones de 12 segundos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225296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trastero es una caja negra: pagas por lo que crees que hay dentro.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1E1A29"/>
          </a:solidFill>
          <a:ln w="12700">
            <a:solidFill>
              <a:srgbClr val="2620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85623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2–5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13232" y="23591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jugadores por sala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46704" y="178308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1E1A29"/>
          </a:solidFill>
          <a:ln w="12700">
            <a:solidFill>
              <a:srgbClr val="2620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11296" y="185623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511296" y="23591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rondas por partida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44768" y="178308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1E1A29"/>
          </a:solidFill>
          <a:ln w="12700">
            <a:solidFill>
              <a:srgbClr val="26203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85623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1.000 €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309360" y="23591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dinero inicial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42832" y="178308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1E1A29"/>
          </a:solidFill>
          <a:ln w="12700">
            <a:solidFill>
              <a:srgbClr val="26203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85623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107424" y="23591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 distintos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108960"/>
            <a:ext cx="3520440" cy="2148840"/>
          </a:xfrm>
          <a:prstGeom prst="roundRect">
            <a:avLst>
              <a:gd name="adj" fmla="val 2553"/>
            </a:avLst>
          </a:prstGeom>
          <a:solidFill>
            <a:srgbClr val="1E1A29"/>
          </a:solidFill>
          <a:ln w="12700">
            <a:solidFill>
              <a:srgbClr val="2620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2918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PUJAS A CIEGAS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370332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ves siluetas, polvo y pistas ambiguas. Dos objetos pueden parecer idénticos y valer 10× más uno que otro.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297680" y="3108960"/>
            <a:ext cx="3520440" cy="2148840"/>
          </a:xfrm>
          <a:prstGeom prst="roundRect">
            <a:avLst>
              <a:gd name="adj" fmla="val 2553"/>
            </a:avLst>
          </a:prstGeom>
          <a:solidFill>
            <a:srgbClr val="1E1A29"/>
          </a:solidFill>
          <a:ln w="12700">
            <a:solidFill>
              <a:srgbClr val="26203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32918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REVELADO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26280" y="370332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gana paga su puja y suma el valor real del lote. El beneficio (o la ruina) se calcula en público.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046720" y="3108960"/>
            <a:ext cx="3520440" cy="2148840"/>
          </a:xfrm>
          <a:prstGeom prst="roundRect">
            <a:avLst>
              <a:gd name="adj" fmla="val 2553"/>
            </a:avLst>
          </a:prstGeom>
          <a:solidFill>
            <a:srgbClr val="1E1A29"/>
          </a:solidFill>
          <a:ln w="12700">
            <a:solidFill>
              <a:srgbClr val="26203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75320" y="32918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RULETA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75320" y="370332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las rondas 5, 10 y 15: 20 segundos para apostar en rojo, negro o verde. La vía de remontar… o de hundirte.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cuentas, sin matchmaking, sin chat libre: entras con un apodo y un código de sala.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A90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TRASTERO WARS  ·  HACKATHON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645566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0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2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REGLAS · BUCLE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65836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E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 la sala al ranking en seis pasos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225296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ocurre en el servidor; el cliente solo dibuja lo que le llega.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3520440" cy="1828800"/>
          </a:xfrm>
          <a:prstGeom prst="roundRect">
            <a:avLst>
              <a:gd name="adj" fmla="val 3000"/>
            </a:avLst>
          </a:prstGeom>
          <a:solidFill>
            <a:srgbClr val="1E1A29"/>
          </a:solidFill>
          <a:ln w="12700">
            <a:solidFill>
              <a:srgbClr val="2620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929384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19476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E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Sala y listos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49808" y="2441448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de 4–6 caracteres. Apodo, listo, empezar. 2–5 jugadores.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97680" y="1783080"/>
            <a:ext cx="3520440" cy="1828800"/>
          </a:xfrm>
          <a:prstGeom prst="roundRect">
            <a:avLst>
              <a:gd name="adj" fmla="val 3000"/>
            </a:avLst>
          </a:prstGeom>
          <a:solidFill>
            <a:srgbClr val="1E1A29"/>
          </a:solidFill>
          <a:ln w="12700">
            <a:solidFill>
              <a:srgbClr val="2620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8848" y="1929384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66360" y="19476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E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 abre el trastero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498848" y="2441448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Lote de 2–5 objetos. Siluetas iguales para todos y pistas ambiguas.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1783080"/>
            <a:ext cx="3520440" cy="1828800"/>
          </a:xfrm>
          <a:prstGeom prst="roundRect">
            <a:avLst>
              <a:gd name="adj" fmla="val 3000"/>
            </a:avLst>
          </a:prstGeom>
          <a:solidFill>
            <a:srgbClr val="1E1A29"/>
          </a:solidFill>
          <a:ln w="12700">
            <a:solidFill>
              <a:srgbClr val="2620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7888" y="1929384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915400" y="19476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E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Subasta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47888" y="2441448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 de temporizador. Pujas al alza con incremento mínimo de 10 €.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3520440" cy="1828800"/>
          </a:xfrm>
          <a:prstGeom prst="roundRect">
            <a:avLst>
              <a:gd name="adj" fmla="val 3000"/>
            </a:avLst>
          </a:prstGeom>
          <a:solidFill>
            <a:srgbClr val="1E1A29"/>
          </a:solidFill>
          <a:ln w="12700">
            <a:solidFill>
              <a:srgbClr val="2620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4032504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17320" y="405079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E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Revelado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49808" y="4544568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y valor de cada objeto: total, pujado y neto del ganador.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297680" y="3886200"/>
            <a:ext cx="3520440" cy="1828800"/>
          </a:xfrm>
          <a:prstGeom prst="roundRect">
            <a:avLst>
              <a:gd name="adj" fmla="val 3000"/>
            </a:avLst>
          </a:prstGeom>
          <a:solidFill>
            <a:srgbClr val="1E1A29"/>
          </a:solidFill>
          <a:ln w="12700">
            <a:solidFill>
              <a:srgbClr val="26203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98848" y="4032504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166360" y="405079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E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Ruleta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498848" y="4544568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5, 10 y 15. Opcional, 20 s, rojo/negro 1:1 y verde 35:1.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046720" y="3886200"/>
            <a:ext cx="3520440" cy="1828800"/>
          </a:xfrm>
          <a:prstGeom prst="roundRect">
            <a:avLst>
              <a:gd name="adj" fmla="val 3000"/>
            </a:avLst>
          </a:prstGeom>
          <a:solidFill>
            <a:srgbClr val="1E1A29"/>
          </a:solidFill>
          <a:ln w="12700">
            <a:solidFill>
              <a:srgbClr val="26203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47888" y="4032504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915400" y="405079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E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Ranking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247888" y="4544568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acabar la ronda 20 gana quien tenga más dinero.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nunca decide pujas, timers, orden de turnos ni resultados.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A90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TRASTERO WARS  ·  HACKATHON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645566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0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2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REGLAS · LA SUBASTA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65836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E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Doce segundos, tres prórrogas y ni un euro de más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225296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Subasta ascendente: nadie puede pujar contra sí mismo.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73152" cy="566928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1907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Puja mínima 10 €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01168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 postor abre en 10 €; después, cada puja suma al menos 10 €.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2706624"/>
            <a:ext cx="73152" cy="566928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596896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Botones +10 / +25 / +50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889504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Además de la puja mínima y de “pujar todo”, para no teclear en plena subasta.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584448"/>
            <a:ext cx="73152" cy="566928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4747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s por puja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3767328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puja reinicia el reloj. El servidor es el único que lo mide.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4462272"/>
            <a:ext cx="73152" cy="566928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352544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Máx. 3 prórrogas de 3 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464515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Pujar en el último instante alarga, pero solo tres veces: el lote siempre cierra.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5340096"/>
            <a:ext cx="73152" cy="566928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23036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Lote desierto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5522976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nadie puja, no se mueve dinero y se registra el trastero como desierto.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37960" y="1737360"/>
            <a:ext cx="5074920" cy="3611880"/>
          </a:xfrm>
          <a:prstGeom prst="roundRect">
            <a:avLst>
              <a:gd name="adj" fmla="val 1519"/>
            </a:avLst>
          </a:prstGeom>
          <a:solidFill>
            <a:srgbClr val="1E1A29"/>
          </a:solidFill>
          <a:ln w="12700">
            <a:solidFill>
              <a:srgbClr val="3B32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9A90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TRASTERO 07 · ELECTRÓNICA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12280" y="221284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E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340 €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9189720" y="23957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puja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812280" y="29260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07.4 s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189720" y="30632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prórrogas 2 / 3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812280" y="3703320"/>
            <a:ext cx="1325880" cy="457200"/>
          </a:xfrm>
          <a:prstGeom prst="roundRect">
            <a:avLst>
              <a:gd name="adj" fmla="val 10000"/>
            </a:avLst>
          </a:prstGeom>
          <a:solidFill>
            <a:srgbClr val="262031"/>
          </a:solidFill>
          <a:ln w="12700">
            <a:solidFill>
              <a:srgbClr val="463B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12280" y="3785616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E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+10 €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293608" y="3703320"/>
            <a:ext cx="1325880" cy="457200"/>
          </a:xfrm>
          <a:prstGeom prst="roundRect">
            <a:avLst>
              <a:gd name="adj" fmla="val 10000"/>
            </a:avLst>
          </a:prstGeom>
          <a:solidFill>
            <a:srgbClr val="262031"/>
          </a:solidFill>
          <a:ln w="12700">
            <a:solidFill>
              <a:srgbClr val="463B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93608" y="3785616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E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+25 €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774936" y="3703320"/>
            <a:ext cx="1325880" cy="457200"/>
          </a:xfrm>
          <a:prstGeom prst="roundRect">
            <a:avLst>
              <a:gd name="adj" fmla="val 10000"/>
            </a:avLst>
          </a:prstGeom>
          <a:solidFill>
            <a:srgbClr val="262031"/>
          </a:solidFill>
          <a:ln w="12700">
            <a:solidFill>
              <a:srgbClr val="463B5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74936" y="3785616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E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+50 €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812280" y="4297680"/>
            <a:ext cx="4206240" cy="566928"/>
          </a:xfrm>
          <a:prstGeom prst="roundRect">
            <a:avLst>
              <a:gd name="adj" fmla="val 8065"/>
            </a:avLst>
          </a:prstGeom>
          <a:solidFill>
            <a:srgbClr val="F4B942"/>
          </a:solidFill>
          <a:ln/>
        </p:spPr>
      </p:sp>
      <p:sp>
        <p:nvSpPr>
          <p:cNvPr id="35" name="Text 33"/>
          <p:cNvSpPr/>
          <p:nvPr/>
        </p:nvSpPr>
        <p:spPr>
          <a:xfrm>
            <a:off x="6812280" y="4416552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B09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PUJAR 350 €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12280" y="49834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Atajos: Enter puja · 1/2/3 suman · T puja todo · Esc cierra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537960" y="550468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9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prórroga existe para que ganar no sea cuestión de reflejos: quien puja en el último segundo no congela el lote.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A90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TRASTERO WARS  ·  HACKATHON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645566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0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2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REGLAS · INFORMACIÓN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65836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E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 que ves antes… y lo que hay dentro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225296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silueta puede esconder una joya o un trasto: el valor nunca viaja al cliente antes del revelado.</a:t>
            </a:r>
            <a:endParaRPr lang="en-US" sz="1300" dirty="0"/>
          </a:p>
        </p:txBody>
      </p:sp>
      <p:pic>
        <p:nvPicPr>
          <p:cNvPr id="7" name="Image 0" descr="/tmp/opencode/assetroot/assets/src/preview_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394960" cy="3035808"/>
          </a:xfrm>
          <a:prstGeom prst="rect">
            <a:avLst/>
          </a:prstGeom>
        </p:spPr>
      </p:pic>
      <p:pic>
        <p:nvPicPr>
          <p:cNvPr id="8" name="Image 1" descr="/tmp/opencode/assetroot/assets/src/preview_rev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91640"/>
            <a:ext cx="5394960" cy="30358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482803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9A90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ANTES · siluetas + pistas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263640" y="482803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DESPUÉS · objetos y valores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48640" y="516636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Pistas ambiguas: «pesa como un muerto», «el dial gira». Nunca dicen precio ni rareza.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6263640" y="516636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del lote, puja ganadora y neto. El historial guarda cada trastero de la partida.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5806440"/>
            <a:ext cx="11109960" cy="457200"/>
          </a:xfrm>
          <a:prstGeom prst="roundRect">
            <a:avLst>
              <a:gd name="adj" fmla="val 10000"/>
            </a:avLst>
          </a:prstGeom>
          <a:solidFill>
            <a:srgbClr val="241C1C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31520" y="5888736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dura: los valores reales viven en el servidor. Un test y un escáner del bundle fallan si aparecen en el cliente.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A90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TRASTERO WARS  ·  HACKATHON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645566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0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2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REGLAS · REMONTADA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65836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E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 ruleta: 20 segundos para remontar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225296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Apuestas opcionales tras las rondas 5, 10 y 15, con commit–reveal verificable.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75564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0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RONDA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262031"/>
          </a:solidFill>
          <a:ln w="12700">
            <a:solidFill>
              <a:srgbClr val="3B32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93976"/>
            <a:ext cx="420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0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097280" y="2011680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262031"/>
          </a:solidFill>
          <a:ln w="12700">
            <a:solidFill>
              <a:srgbClr val="3B32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093976"/>
            <a:ext cx="420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0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645920" y="2011680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262031"/>
          </a:solidFill>
          <a:ln w="12700">
            <a:solidFill>
              <a:srgbClr val="3B32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0" y="2093976"/>
            <a:ext cx="420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0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194560" y="2011680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262031"/>
          </a:solidFill>
          <a:ln w="12700">
            <a:solidFill>
              <a:srgbClr val="3B32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2093976"/>
            <a:ext cx="420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0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0" y="2011680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093976"/>
            <a:ext cx="420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09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91840" y="2011680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262031"/>
          </a:solidFill>
          <a:ln w="12700">
            <a:solidFill>
              <a:srgbClr val="3B32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2093976"/>
            <a:ext cx="420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0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840480" y="2011680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262031"/>
          </a:solidFill>
          <a:ln w="12700">
            <a:solidFill>
              <a:srgbClr val="3B32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2093976"/>
            <a:ext cx="420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0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389120" y="2011680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262031"/>
          </a:solidFill>
          <a:ln w="12700">
            <a:solidFill>
              <a:srgbClr val="3B32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0" y="2093976"/>
            <a:ext cx="420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0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937760" y="2011680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262031"/>
          </a:solidFill>
          <a:ln w="12700">
            <a:solidFill>
              <a:srgbClr val="3B32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2093976"/>
            <a:ext cx="420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0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486400" y="2011680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2093976"/>
            <a:ext cx="420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09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035040" y="2011680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262031"/>
          </a:solidFill>
          <a:ln w="12700">
            <a:solidFill>
              <a:srgbClr val="3B32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0" y="2093976"/>
            <a:ext cx="420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0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583680" y="2011680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262031"/>
          </a:solidFill>
          <a:ln w="12700">
            <a:solidFill>
              <a:srgbClr val="3B32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2093976"/>
            <a:ext cx="420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0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132320" y="2011680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262031"/>
          </a:solidFill>
          <a:ln w="12700">
            <a:solidFill>
              <a:srgbClr val="3B324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0" y="2093976"/>
            <a:ext cx="420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0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680960" y="2011680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262031"/>
          </a:solidFill>
          <a:ln w="12700">
            <a:solidFill>
              <a:srgbClr val="3B324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80960" y="2093976"/>
            <a:ext cx="420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0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229600" y="2011680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0" y="2093976"/>
            <a:ext cx="420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09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778240" y="2011680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262031"/>
          </a:solidFill>
          <a:ln w="12700">
            <a:solidFill>
              <a:srgbClr val="3B324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78240" y="2093976"/>
            <a:ext cx="420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0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9326880" y="2011680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262031"/>
          </a:solidFill>
          <a:ln w="12700">
            <a:solidFill>
              <a:srgbClr val="3B324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326880" y="2093976"/>
            <a:ext cx="420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0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9875520" y="2011680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262031"/>
          </a:solidFill>
          <a:ln w="12700">
            <a:solidFill>
              <a:srgbClr val="3B324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875520" y="2093976"/>
            <a:ext cx="420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0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0424160" y="2011680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262031"/>
          </a:solidFill>
          <a:ln w="12700">
            <a:solidFill>
              <a:srgbClr val="3B324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424160" y="2093976"/>
            <a:ext cx="420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0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10972800" y="2011680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262031"/>
          </a:solidFill>
          <a:ln w="12700">
            <a:solidFill>
              <a:srgbClr val="3B324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972800" y="2093976"/>
            <a:ext cx="420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0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48640" y="248716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las rondas 5, 10 y 15 se abre la ruleta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48640" y="2880360"/>
            <a:ext cx="5394960" cy="1234440"/>
          </a:xfrm>
          <a:prstGeom prst="roundRect">
            <a:avLst>
              <a:gd name="adj" fmla="val 4444"/>
            </a:avLst>
          </a:prstGeom>
          <a:solidFill>
            <a:srgbClr val="1E1A29"/>
          </a:solidFill>
          <a:ln w="12700">
            <a:solidFill>
              <a:srgbClr val="26203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9808" y="3008376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s de ventana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749808" y="3337560"/>
            <a:ext cx="4983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Eliges cantidad y color, o pasas. Si nadie gira, el servidor gira sola al agotarse el tiempo.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172200" y="2880360"/>
            <a:ext cx="5394960" cy="1234440"/>
          </a:xfrm>
          <a:prstGeom prst="roundRect">
            <a:avLst>
              <a:gd name="adj" fmla="val 4444"/>
            </a:avLst>
          </a:prstGeom>
          <a:solidFill>
            <a:srgbClr val="1E1A29"/>
          </a:solidFill>
          <a:ln w="12700">
            <a:solidFill>
              <a:srgbClr val="26203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73368" y="3008376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Rojo / negro 1:1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6373368" y="3337560"/>
            <a:ext cx="4983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Aciertas y ganas lo apostado; fallas y lo pierdes. Apuesta mínima 10 €, máxima tu dinero.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48640" y="4297680"/>
            <a:ext cx="5394960" cy="1234440"/>
          </a:xfrm>
          <a:prstGeom prst="roundRect">
            <a:avLst>
              <a:gd name="adj" fmla="val 4444"/>
            </a:avLst>
          </a:prstGeom>
          <a:solidFill>
            <a:srgbClr val="1E1A29"/>
          </a:solidFill>
          <a:ln w="12700">
            <a:solidFill>
              <a:srgbClr val="26203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49808" y="4425696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Verde (0) 35:1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749808" y="4754880"/>
            <a:ext cx="4983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apuesta arriesgada. Probabilidad baja, pago alto: la vía real de remontar.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172200" y="4297680"/>
            <a:ext cx="5394960" cy="1234440"/>
          </a:xfrm>
          <a:prstGeom prst="roundRect">
            <a:avLst>
              <a:gd name="adj" fmla="val 4444"/>
            </a:avLst>
          </a:prstGeom>
          <a:solidFill>
            <a:srgbClr val="1E1A29"/>
          </a:solidFill>
          <a:ln w="12700">
            <a:solidFill>
              <a:srgbClr val="26203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73368" y="4425696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C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Commit–reveal</a:t>
            </a:r>
            <a:endParaRPr lang="en-US" sz="1250" dirty="0"/>
          </a:p>
        </p:txBody>
      </p:sp>
      <p:sp>
        <p:nvSpPr>
          <p:cNvPr id="60" name="Text 58"/>
          <p:cNvSpPr/>
          <p:nvPr/>
        </p:nvSpPr>
        <p:spPr>
          <a:xfrm>
            <a:off x="6373368" y="4754880"/>
            <a:ext cx="4983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se publica sha256(semilla). Al girar se revela la semilla y el resultado se recalcula en público.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no es un número “de la casa”: sale de la semilla comprometida, así que cualquiera puede auditarlo.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A90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TRASTERO WARS  ·  HACKATHON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645566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0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2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65836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E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Lenguajes y herramientas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225296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monorepo TypeScript, un pipeline de arte en Python y despliegue con Docker.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10996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5577840"/>
                <a:gridCol w="33832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B9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Tecnología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B9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Para qué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B9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Volumen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2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E9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TypeScript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E9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Cliente, servidor, reglas, protocolo y 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90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9.600 líneas · 61 ficheros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2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E9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Python + Pillow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E9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de arte: sprites, paleta, fuente bitmap, SFX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90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2.200 líneas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2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E9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JavaScript / MJS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E9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Simulador de balance y herramientas E2E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90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430 líneas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2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E9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CSS / HTML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E9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HUD accesible sobre el canvas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90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400 líneas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2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E9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YAML / Docker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E9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 en GitHub Actions y despliegue con Caddy + TLS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90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 en cada PR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2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29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9A90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LIBRERÍAS PRINCIPALES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48640" y="4956048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E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Phaser 3.90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48640" y="5193792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escenas y sprites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297680" y="4956048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E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 8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297680" y="5193792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del cliente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046720" y="4956048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E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22 + ws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046720" y="5193792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autoritativo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48640" y="5632704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E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zod 3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48640" y="5870448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del protocolo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297680" y="5632704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E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Vitest 2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297680" y="5870448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y cobertura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8046720" y="5632704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E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Turborepo 2 + pnpm 9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046720" y="5870448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 y caché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A90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TRASTERO WARS  ·  HACKATHON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645566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0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2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65836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E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 cero a jugar en menos de cinco minutos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225296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pestañas, un código de sala y a pujar.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3520440" cy="3291840"/>
          </a:xfrm>
          <a:prstGeom prst="roundRect">
            <a:avLst>
              <a:gd name="adj" fmla="val 1667"/>
            </a:avLst>
          </a:prstGeom>
          <a:solidFill>
            <a:srgbClr val="1E1A29"/>
          </a:solidFill>
          <a:ln w="12700">
            <a:solidFill>
              <a:srgbClr val="2620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8745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ARRANCAR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9808" y="2212848"/>
            <a:ext cx="31546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2E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pnpm install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2E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pnpm build:packages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2E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pnpm --filter @trastero/client run build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2E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pnpm start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9808" y="3657600"/>
            <a:ext cx="3108960" cy="18288"/>
          </a:xfrm>
          <a:prstGeom prst="rect">
            <a:avLst/>
          </a:prstGeom>
          <a:solidFill>
            <a:srgbClr val="3B3247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3767328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http://localhost:2567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(dos pestañas, mismo código)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0" y="1737360"/>
            <a:ext cx="3520440" cy="3291840"/>
          </a:xfrm>
          <a:prstGeom prst="roundRect">
            <a:avLst>
              <a:gd name="adj" fmla="val 1667"/>
            </a:avLst>
          </a:prstGeom>
          <a:solidFill>
            <a:srgbClr val="1E1A29"/>
          </a:solidFill>
          <a:ln w="12700">
            <a:solidFill>
              <a:srgbClr val="2620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8848" y="18745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 SERVIDOR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98848" y="2212848"/>
            <a:ext cx="31546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2E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pnpm --filter @trastero/client run dev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498848" y="3657600"/>
            <a:ext cx="3108960" cy="18288"/>
          </a:xfrm>
          <a:prstGeom prst="rect">
            <a:avLst/>
          </a:prstGeom>
          <a:solidFill>
            <a:srgbClr val="3B3247"/>
          </a:solidFill>
          <a:ln/>
        </p:spPr>
      </p:sp>
      <p:sp>
        <p:nvSpPr>
          <p:cNvPr id="16" name="Text 14"/>
          <p:cNvSpPr/>
          <p:nvPr/>
        </p:nvSpPr>
        <p:spPr>
          <a:xfrm>
            <a:off x="4498848" y="3767328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?mock=1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rondas con bots y timers reales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?mock=1&amp;roulette=1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46720" y="1737360"/>
            <a:ext cx="3520440" cy="3291840"/>
          </a:xfrm>
          <a:prstGeom prst="roundRect">
            <a:avLst>
              <a:gd name="adj" fmla="val 1667"/>
            </a:avLst>
          </a:prstGeom>
          <a:solidFill>
            <a:srgbClr val="1E1A29"/>
          </a:solidFill>
          <a:ln w="12700">
            <a:solidFill>
              <a:srgbClr val="26203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47888" y="18745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DESPLIEGUE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47888" y="2212848"/>
            <a:ext cx="31546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2E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--build -d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247888" y="3657600"/>
            <a:ext cx="3108960" cy="18288"/>
          </a:xfrm>
          <a:prstGeom prst="rect">
            <a:avLst/>
          </a:prstGeom>
          <a:solidFill>
            <a:srgbClr val="3B3247"/>
          </a:solidFill>
          <a:ln/>
        </p:spPr>
      </p:sp>
      <p:sp>
        <p:nvSpPr>
          <p:cNvPr id="21" name="Text 19"/>
          <p:cNvSpPr/>
          <p:nvPr/>
        </p:nvSpPr>
        <p:spPr>
          <a:xfrm>
            <a:off x="8247888" y="3767328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+ Caddy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automático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comando, sin dependencias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Partida corta para probar: GAME_ROUNDS=2  ·  La misma imagen se usa en CI para el smoke E2E.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instalar base de datos: el estado de las salas vive en memoria y el servidor sirve el cliente compilado.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A90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TRASTERO WARS  ·  HACKATHON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645566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0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1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2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CIERRE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65836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E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Qué demuestra Trastero Wars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48640" y="1225296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juego completo, con reglas auditables y una ingeniería que se puede enseñar.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173736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Jugable de principio a fin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2048256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Lobby, 20 rondas, revelado, ruleta, ranking y reconexión.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278892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Reglas en un solo sitio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3099816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game-core puro, con reloj y RNG inyectados: testeable y reutilizable.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384048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Contrato de red tipado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" y="4151376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mensajes zod, deduplicación y validación en el servidor.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1600200"/>
            <a:ext cx="5394960" cy="1874520"/>
          </a:xfrm>
          <a:prstGeom prst="roundRect">
            <a:avLst>
              <a:gd name="adj" fmla="val 2927"/>
            </a:avLst>
          </a:prstGeom>
          <a:solidFill>
            <a:srgbClr val="1E1A29"/>
          </a:solidFill>
          <a:ln w="12700">
            <a:solidFill>
              <a:srgbClr val="3B32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4808" y="17373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SIGUIENTES PASOS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64808" y="2084832"/>
            <a:ext cx="4983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Ajustar la curva de valor con el simulador de 1.000 partidas.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Generar los lotes desde el catálogo de arte (sin ids duplicados).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Reconciliar la UI DOM de D con el cliente de escenas de C.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" y="489204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GRACIAS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594360" y="56692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¿Jugamos una ronda?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64808" y="4937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9A90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Trastero Wars · Hackathon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64808" y="52303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github.com/Tuco74/Hackathon-etse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Hackathon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Trastero Wars</dc:title>
  <dc:subject>Trastero Wars — subastas de trasteros en tiempo real</dc:subject>
  <dc:creator>Equipo Trastero Wars</dc:creator>
  <cp:lastModifiedBy>Equipo Trastero Wars</cp:lastModifiedBy>
  <cp:revision>1</cp:revision>
  <dcterms:created xsi:type="dcterms:W3CDTF">2026-10-22T16:08:32Z</dcterms:created>
  <dcterms:modified xsi:type="dcterms:W3CDTF">2026-10-22T16:08:32Z</dcterms:modified>
</cp:coreProperties>
</file>